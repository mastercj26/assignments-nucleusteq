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7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Capstone Project Presentation (2026)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Management Portal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- Chetan Jain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 - 08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D7B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Functionality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Overview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D7B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that helps organizations manage candidate interviews efficiently - enabling HR to manage job openings, candidate profiles, interview schedules, and interviewer feedback while tracking candidate progress through the recruitment process.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intended for learning: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&amp; FastAPI Development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Database Integration &amp; JWT Authentication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&amp; File Upload Handling (GridFS)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Validation, Centralized Exception Handling &amp; Unit Testing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D7B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68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868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ReactJS, React Router, Axios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27048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27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52704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Python 3.10+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85416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8541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18541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(resumes in GridFS)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843784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43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84378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tokens, bcrypt password hashing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502152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02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5021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mongomock (80%+ coverage)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41605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OpenAPI, Postman collection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D7B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Functionality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with Role-Based Access (Admin, HR, Interviewer)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Management (Create, View, Update)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Management with PDF Resume Upload (validated, max 10 MB)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Status Tracking with Full History (Profile Created to Selected / Rejected)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 with Start-End Time and Overlap-Free Interviewer Booking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Availability-Filtered Interviewer Selection for any Chosen Time Window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Management with 1-5 Ratings and Automatic Status Updates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Interviewer Dashboards with Live Metrics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D7B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1600200" cy="1554480"/>
          </a:xfrm>
          <a:prstGeom prst="roundRect">
            <a:avLst>
              <a:gd name="adj" fmla="val 3529"/>
            </a:avLst>
          </a:prstGeom>
          <a:solidFill>
            <a:srgbClr val="F2F6FD"/>
          </a:solidFill>
          <a:ln w="19050">
            <a:solidFill>
              <a:srgbClr val="3D7B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components,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API layer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868680"/>
            <a:ext cx="45720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28016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12700">
            <a:solidFill>
              <a:srgbClr val="E884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280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- validates JWT on every protected request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874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Layer  </a:t>
            </a:r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role guards, request/response schemas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514600"/>
            <a:ext cx="0" cy="13716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743200" y="265176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651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 </a:t>
            </a:r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rules, overlap check, status transitions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291840"/>
            <a:ext cx="0" cy="13716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743200" y="342900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429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  </a:t>
            </a:r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MongoDB operations, GridFS resume storage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1371600"/>
            <a:ext cx="1417320" cy="1554480"/>
          </a:xfrm>
          <a:prstGeom prst="roundRect">
            <a:avLst>
              <a:gd name="adj" fmla="val 3871"/>
            </a:avLst>
          </a:prstGeom>
          <a:solidFill>
            <a:srgbClr val="E7F4EA"/>
          </a:solidFill>
          <a:ln w="19050">
            <a:solidFill>
              <a:srgbClr val="3D8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3716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+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GridFS files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11680" y="2148840"/>
            <a:ext cx="502920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headEnd type="arrow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1874520" y="2331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JWT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86600" y="2148840"/>
            <a:ext cx="274320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headEnd type="arrow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411480" y="44805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centralized exception handler (uniform JSON errors)  -  pydantic validation  -  enums &amp; constants  -  application logging (no PII)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D7B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5875">
            <a:solidFill>
              <a:srgbClr val="3D7B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286000" cy="292608"/>
          </a:xfrm>
          <a:prstGeom prst="rect">
            <a:avLst/>
          </a:prstGeom>
          <a:solidFill>
            <a:srgbClr val="F2F6F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225296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(unique), password (bcrypt)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admin | hr | interviewer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is_first_login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914400"/>
            <a:ext cx="22860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5875">
            <a:solidFill>
              <a:srgbClr val="3D7B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914400"/>
            <a:ext cx="2286000" cy="292608"/>
          </a:xfrm>
          <a:prstGeom prst="rect">
            <a:avLst/>
          </a:prstGeom>
          <a:solidFill>
            <a:srgbClr val="F2F6FD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914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JobDescription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38728" y="1225296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job_title, job_role, skills[]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employment_type, location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experience_required, status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914400"/>
            <a:ext cx="22860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5875">
            <a:solidFill>
              <a:srgbClr val="3D7B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914400"/>
            <a:ext cx="2286000" cy="292608"/>
          </a:xfrm>
          <a:prstGeom prst="rect">
            <a:avLst/>
          </a:prstGeom>
          <a:solidFill>
            <a:srgbClr val="F2F6F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914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10528" y="1225296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(PK), applied_job_id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(uq), mobile (uq)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status_history[]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resume_file_id (GridFS)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2860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5875">
            <a:solidFill>
              <a:srgbClr val="3D7B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3240"/>
            <a:ext cx="2286000" cy="292608"/>
          </a:xfrm>
          <a:prstGeom prst="rect">
            <a:avLst/>
          </a:prstGeom>
          <a:solidFill>
            <a:srgbClr val="F2F6F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374136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candidate_id (FK), job_id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assigned_interviewer_id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start_time, end_time, status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29000" y="3063240"/>
            <a:ext cx="22860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5875">
            <a:solidFill>
              <a:srgbClr val="3D7B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3063240"/>
            <a:ext cx="2286000" cy="292608"/>
          </a:xfrm>
          <a:prstGeom prst="rect">
            <a:avLst/>
          </a:prstGeom>
          <a:solidFill>
            <a:srgbClr val="F2F6FD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38728" y="3374136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(PK), interview_id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/ communication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ratings (1-5)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recommendation, comments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3063240"/>
            <a:ext cx="22860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5875">
            <a:solidFill>
              <a:srgbClr val="3D7B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063240"/>
            <a:ext cx="2286000" cy="292608"/>
          </a:xfrm>
          <a:prstGeom prst="rect">
            <a:avLst/>
          </a:prstGeom>
          <a:solidFill>
            <a:srgbClr val="F2F6F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GridFS (fs.files / fs.chunks)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10528" y="3374136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filename, content_type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resume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from Candidate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15000" y="1508760"/>
            <a:ext cx="685800" cy="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5742432" y="1261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00200" y="2121408"/>
            <a:ext cx="0" cy="941832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169164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43800" y="2121408"/>
            <a:ext cx="0" cy="941832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763524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2011680"/>
            <a:ext cx="-3657600" cy="105156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4297680" y="2487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0" y="3657600"/>
            <a:ext cx="685800" cy="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2788920" y="3401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JobDescription 1:N Candidate   -   Candidate 1:N Interview   -   User (interviewer) 1:N Interview   -   Interview 1:1 Feedback   -   Candidate 1:1 Resume (GridFS)   -   status history embedded in Candidate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D7B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Overview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22960"/>
          <a:ext cx="8321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44068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B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B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B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/auth/login  -  /auth/reset-password  -  /auth/logout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/ 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GET /users  -  GET PUT /users/{id}  -  PATCH /users/{id}/disable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/users/interviewers?date&amp;start_time&amp;end_time (free in window)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GET /jobs  -  GET PUT /jobs/{id}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manage, all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/candidates  -  resume upload/download  -  status +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manage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GET /interviews  -  GET PUT /interviews/{id} (overlap check)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/feedbacks  -  GET /feedbacks/interview/{id}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interviewer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/dashboard/hr  -  GET /dashboard/interviewer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5262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(except login / reset-password) require a JWT bearer token  -  listings are paginated, 10 per page, newest first  -  errors share one JSON shape: { success, message, status_code 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D7B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- Scheduling an Interview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3794760" cy="960120"/>
          </a:xfrm>
          <a:prstGeom prst="roundRect">
            <a:avLst>
              <a:gd name="adj" fmla="val 5714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HR fills form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date, start &amp; end time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92040" y="960120"/>
            <a:ext cx="3794760" cy="960120"/>
          </a:xfrm>
          <a:prstGeom prst="roundRect">
            <a:avLst>
              <a:gd name="adj" fmla="val 5714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9601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Availability call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/users/interviewers - only free interviewers shown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794760" cy="960120"/>
          </a:xfrm>
          <a:prstGeom prst="roundRect">
            <a:avLst>
              <a:gd name="adj" fmla="val 5714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POST /interviews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validated by middleware, role checked at router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2194560"/>
            <a:ext cx="3794760" cy="960120"/>
          </a:xfrm>
          <a:prstGeom prst="roundRect">
            <a:avLst>
              <a:gd name="adj" fmla="val 5714"/>
            </a:avLst>
          </a:prstGeom>
          <a:solidFill>
            <a:srgbClr val="FFF3E8"/>
          </a:solidFill>
          <a:ln w="12700">
            <a:solidFill>
              <a:srgbClr val="E884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1945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Service rules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role + time-overlap check (409 on conflict)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794760" cy="960120"/>
          </a:xfrm>
          <a:prstGeom prst="roundRect">
            <a:avLst>
              <a:gd name="adj" fmla="val 5714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290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Repository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saved, candidate status -&gt; INTERVIEW_SCHEDULED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92040" y="3429000"/>
            <a:ext cx="3794760" cy="960120"/>
          </a:xfrm>
          <a:prstGeom prst="roundRect">
            <a:avLst>
              <a:gd name="adj" fmla="val 5714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4290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Response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history updated, UI shows newest first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rule fails, the centralized exception handler returns a structured error - the same pattern applies to every module.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D7B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3383280"/>
          </a:xfrm>
          <a:prstGeom prst="roundRect">
            <a:avLst>
              <a:gd name="adj" fmla="val 2162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- Login, User Management &amp; Job Description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screenshots of: Sign-in page, Users list, Create User, Jobs list, Job form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D7B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3383280"/>
          </a:xfrm>
          <a:prstGeom prst="roundRect">
            <a:avLst>
              <a:gd name="adj" fmla="val 2162"/>
            </a:avLst>
          </a:prstGeom>
          <a:solidFill>
            <a:srgbClr val="F2F6FD"/>
          </a:solidFill>
          <a:ln w="12700">
            <a:solidFill>
              <a:srgbClr val="3D7BE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- Candidates, Interview Scheduling, Feedback &amp; Dashboards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screenshots of: Candidate profile + resume, Schedule Interview with availability dropdown, Feedback form, both dashboards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7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Management Portal - Chetan Jain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2026-07-12T09:24:27Z</dcterms:created>
  <dcterms:modified xsi:type="dcterms:W3CDTF">2026-07-12T09:24:27Z</dcterms:modified>
</cp:coreProperties>
</file>